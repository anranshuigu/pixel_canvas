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7104380" cy="1023493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endParaRPr smtClean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endParaRPr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endParaRPr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endParaRPr smtClean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/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endParaRPr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hasCustomPrompt="1"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</a:p>
          <a:p>
            <a:pPr lvl="1"/>
          </a:p>
          <a:p>
            <a:pPr lvl="2"/>
          </a:p>
          <a:p>
            <a:pPr lvl="3"/>
          </a:p>
          <a:p>
            <a:pPr lvl="4"/>
            <a:endParaRPr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smtClean="0"/>
            </a:fld>
            <a:endParaRPr smtClean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smtClean="0"/>
            </a:fld>
            <a:endParaRPr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478155" y="40640"/>
            <a:ext cx="3096260" cy="575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78155" y="617220"/>
            <a:ext cx="3096260" cy="48653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632585" y="144145"/>
            <a:ext cx="969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名称</a:t>
            </a:r>
            <a:endParaRPr lang="zh-CN" altLang="en-US"/>
          </a:p>
        </p:txBody>
      </p:sp>
      <p:sp>
        <p:nvSpPr>
          <p:cNvPr id="8" name="流程图: 摘录 7"/>
          <p:cNvSpPr/>
          <p:nvPr/>
        </p:nvSpPr>
        <p:spPr>
          <a:xfrm rot="16200000">
            <a:off x="654050" y="187960"/>
            <a:ext cx="360045" cy="288290"/>
          </a:xfrm>
          <a:prstGeom prst="flowChartExtra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流程图: 摘录 8"/>
          <p:cNvSpPr/>
          <p:nvPr/>
        </p:nvSpPr>
        <p:spPr>
          <a:xfrm rot="5400000">
            <a:off x="3035300" y="187960"/>
            <a:ext cx="360045" cy="288290"/>
          </a:xfrm>
          <a:prstGeom prst="flowChartExtra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690245" y="875030"/>
            <a:ext cx="144145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978535" y="762635"/>
            <a:ext cx="1724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输入点</a:t>
            </a:r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4" name="椭圆 13"/>
          <p:cNvSpPr/>
          <p:nvPr/>
        </p:nvSpPr>
        <p:spPr>
          <a:xfrm>
            <a:off x="690245" y="1350645"/>
            <a:ext cx="144145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978535" y="1238250"/>
            <a:ext cx="1724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输入点</a:t>
            </a:r>
            <a:r>
              <a:rPr lang="en-US" altLang="zh-CN"/>
              <a:t>B</a:t>
            </a:r>
            <a:endParaRPr lang="en-US" altLang="zh-CN"/>
          </a:p>
        </p:txBody>
      </p:sp>
      <p:sp>
        <p:nvSpPr>
          <p:cNvPr id="16" name="椭圆 15"/>
          <p:cNvSpPr/>
          <p:nvPr/>
        </p:nvSpPr>
        <p:spPr>
          <a:xfrm>
            <a:off x="3215640" y="1856740"/>
            <a:ext cx="144145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1252855" y="1744345"/>
            <a:ext cx="1818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/>
              <a:t>输出点</a:t>
            </a:r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18" name="椭圆 17"/>
          <p:cNvSpPr/>
          <p:nvPr/>
        </p:nvSpPr>
        <p:spPr>
          <a:xfrm>
            <a:off x="3215640" y="2342515"/>
            <a:ext cx="144145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1252855" y="2230120"/>
            <a:ext cx="1818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/>
              <a:t>输出点</a:t>
            </a:r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20" name="矩形 19"/>
          <p:cNvSpPr/>
          <p:nvPr/>
        </p:nvSpPr>
        <p:spPr>
          <a:xfrm>
            <a:off x="1125855" y="2694940"/>
            <a:ext cx="1800225" cy="360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流程图: 摘录 20"/>
          <p:cNvSpPr/>
          <p:nvPr/>
        </p:nvSpPr>
        <p:spPr>
          <a:xfrm rot="10800000">
            <a:off x="2509520" y="2757170"/>
            <a:ext cx="271780" cy="234950"/>
          </a:xfrm>
          <a:prstGeom prst="flowChartExtra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1283335" y="2694940"/>
            <a:ext cx="1226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选择框</a:t>
            </a:r>
            <a:endParaRPr lang="zh-CN" altLang="en-US"/>
          </a:p>
        </p:txBody>
      </p:sp>
      <p:sp>
        <p:nvSpPr>
          <p:cNvPr id="23" name="椭圆 22"/>
          <p:cNvSpPr/>
          <p:nvPr/>
        </p:nvSpPr>
        <p:spPr>
          <a:xfrm>
            <a:off x="3215640" y="2807335"/>
            <a:ext cx="144145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椭圆 27"/>
          <p:cNvSpPr/>
          <p:nvPr/>
        </p:nvSpPr>
        <p:spPr>
          <a:xfrm>
            <a:off x="4878705" y="908050"/>
            <a:ext cx="144145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5234305" y="795655"/>
            <a:ext cx="1724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输入点</a:t>
            </a:r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30" name="流程图: 摘录 29"/>
          <p:cNvSpPr/>
          <p:nvPr/>
        </p:nvSpPr>
        <p:spPr>
          <a:xfrm rot="5400000">
            <a:off x="6633845" y="839470"/>
            <a:ext cx="360045" cy="288290"/>
          </a:xfrm>
          <a:prstGeom prst="flowChartExtra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7628890" y="1163955"/>
            <a:ext cx="3096260" cy="6559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7628890" y="476250"/>
            <a:ext cx="3096260" cy="575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4422140" y="1261745"/>
            <a:ext cx="18186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r"/>
            <a:r>
              <a:rPr lang="zh-CN" altLang="en-US"/>
              <a:t>输出点</a:t>
            </a:r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34" name="流程图: 摘录 33"/>
          <p:cNvSpPr/>
          <p:nvPr/>
        </p:nvSpPr>
        <p:spPr>
          <a:xfrm rot="16200000">
            <a:off x="6567805" y="1347470"/>
            <a:ext cx="360045" cy="288290"/>
          </a:xfrm>
          <a:prstGeom prst="flowChartExtra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5234305" y="1671955"/>
            <a:ext cx="1226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选择框</a:t>
            </a:r>
            <a:endParaRPr lang="zh-CN" altLang="en-US"/>
          </a:p>
        </p:txBody>
      </p:sp>
      <p:sp>
        <p:nvSpPr>
          <p:cNvPr id="37" name="文本框 36"/>
          <p:cNvSpPr txBox="1"/>
          <p:nvPr/>
        </p:nvSpPr>
        <p:spPr>
          <a:xfrm>
            <a:off x="5234305" y="2106295"/>
            <a:ext cx="1226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显示框</a:t>
            </a:r>
            <a:endParaRPr lang="zh-CN" altLang="en-US"/>
          </a:p>
        </p:txBody>
      </p:sp>
      <p:sp>
        <p:nvSpPr>
          <p:cNvPr id="38" name="椭圆 37"/>
          <p:cNvSpPr/>
          <p:nvPr/>
        </p:nvSpPr>
        <p:spPr>
          <a:xfrm>
            <a:off x="690245" y="3333115"/>
            <a:ext cx="144145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7628890" y="2114550"/>
            <a:ext cx="1800225" cy="360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1217295" y="3225165"/>
            <a:ext cx="1800225" cy="360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1339215" y="3225165"/>
            <a:ext cx="1226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显示框</a:t>
            </a:r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1217295" y="3761740"/>
            <a:ext cx="1800225" cy="360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1339215" y="3761740"/>
            <a:ext cx="1226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输入框</a:t>
            </a:r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478155" y="3761740"/>
            <a:ext cx="11550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文字</a:t>
            </a:r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1126490" y="4307840"/>
            <a:ext cx="1800225" cy="360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1227455" y="4307840"/>
            <a:ext cx="12261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输入框</a:t>
            </a:r>
            <a:endParaRPr lang="zh-CN" altLang="en-US"/>
          </a:p>
        </p:txBody>
      </p:sp>
      <p:sp>
        <p:nvSpPr>
          <p:cNvPr id="47" name="椭圆 46"/>
          <p:cNvSpPr/>
          <p:nvPr/>
        </p:nvSpPr>
        <p:spPr>
          <a:xfrm>
            <a:off x="3215640" y="4420235"/>
            <a:ext cx="144145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椭圆 47"/>
          <p:cNvSpPr/>
          <p:nvPr/>
        </p:nvSpPr>
        <p:spPr>
          <a:xfrm>
            <a:off x="690245" y="5019675"/>
            <a:ext cx="144145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1761490" y="4911725"/>
            <a:ext cx="1310005" cy="360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1883410" y="4911725"/>
            <a:ext cx="8928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显示框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2940050" y="1202055"/>
            <a:ext cx="3096260" cy="575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927985" y="1778000"/>
            <a:ext cx="3096260" cy="10687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7" name="文本框 6"/>
          <p:cNvSpPr txBox="1"/>
          <p:nvPr/>
        </p:nvSpPr>
        <p:spPr>
          <a:xfrm>
            <a:off x="3942080" y="1278890"/>
            <a:ext cx="15316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条件判断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5" name="椭圆 14"/>
          <p:cNvSpPr/>
          <p:nvPr/>
        </p:nvSpPr>
        <p:spPr>
          <a:xfrm>
            <a:off x="3152140" y="2240280"/>
            <a:ext cx="144145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296285" y="2127885"/>
            <a:ext cx="991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条件</a:t>
            </a:r>
            <a:endParaRPr lang="en-US" altLang="zh-CN"/>
          </a:p>
        </p:txBody>
      </p:sp>
      <p:sp>
        <p:nvSpPr>
          <p:cNvPr id="8" name="流程图: 摘录 7"/>
          <p:cNvSpPr/>
          <p:nvPr/>
        </p:nvSpPr>
        <p:spPr>
          <a:xfrm rot="16200000">
            <a:off x="3044190" y="1345565"/>
            <a:ext cx="360045" cy="288290"/>
          </a:xfrm>
          <a:prstGeom prst="flowChartExtra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流程图: 摘录 1"/>
          <p:cNvSpPr/>
          <p:nvPr/>
        </p:nvSpPr>
        <p:spPr>
          <a:xfrm rot="5400000">
            <a:off x="5437505" y="1345565"/>
            <a:ext cx="360045" cy="288290"/>
          </a:xfrm>
          <a:prstGeom prst="flowChartExtra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矩形 3"/>
          <p:cNvSpPr/>
          <p:nvPr/>
        </p:nvSpPr>
        <p:spPr>
          <a:xfrm>
            <a:off x="4006850" y="1671320"/>
            <a:ext cx="3096260" cy="5759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4006850" y="2247265"/>
            <a:ext cx="3096260" cy="123825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5008880" y="1748155"/>
            <a:ext cx="153162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条件判断</a:t>
            </a:r>
            <a:endParaRPr lang="zh-CN" altLang="en-US"/>
          </a:p>
          <a:p>
            <a:endParaRPr lang="zh-CN" altLang="en-US"/>
          </a:p>
        </p:txBody>
      </p:sp>
      <p:sp>
        <p:nvSpPr>
          <p:cNvPr id="12" name="流程图: 摘录 11"/>
          <p:cNvSpPr/>
          <p:nvPr/>
        </p:nvSpPr>
        <p:spPr>
          <a:xfrm rot="16200000">
            <a:off x="4182745" y="1818640"/>
            <a:ext cx="360045" cy="288290"/>
          </a:xfrm>
          <a:prstGeom prst="flowChartExtra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流程图: 摘录 12"/>
          <p:cNvSpPr/>
          <p:nvPr/>
        </p:nvSpPr>
        <p:spPr>
          <a:xfrm rot="5400000">
            <a:off x="6563995" y="1818640"/>
            <a:ext cx="360045" cy="288290"/>
          </a:xfrm>
          <a:prstGeom prst="flowChartExtra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椭圆 23"/>
          <p:cNvSpPr/>
          <p:nvPr/>
        </p:nvSpPr>
        <p:spPr>
          <a:xfrm>
            <a:off x="4218940" y="2505710"/>
            <a:ext cx="144145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4507230" y="2393315"/>
            <a:ext cx="1724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条件</a:t>
            </a:r>
            <a:r>
              <a:rPr lang="en-US" altLang="zh-CN"/>
              <a:t>A</a:t>
            </a:r>
            <a:endParaRPr lang="en-US" altLang="zh-CN"/>
          </a:p>
        </p:txBody>
      </p:sp>
      <p:sp>
        <p:nvSpPr>
          <p:cNvPr id="26" name="椭圆 25"/>
          <p:cNvSpPr/>
          <p:nvPr/>
        </p:nvSpPr>
        <p:spPr>
          <a:xfrm>
            <a:off x="4218940" y="2981325"/>
            <a:ext cx="144145" cy="144145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4507230" y="2868930"/>
            <a:ext cx="17240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输入点</a:t>
            </a:r>
            <a:r>
              <a:rPr lang="en-US" altLang="zh-CN"/>
              <a:t>B</a:t>
            </a:r>
            <a:endParaRPr lang="en-US" alt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</Words>
  <Application>WPS 演示</Application>
  <PresentationFormat/>
  <Paragraphs>44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Calibri</vt:lpstr>
      <vt:lpstr>微软雅黑</vt:lpstr>
      <vt:lpstr>Arial Unicode MS</vt:lpstr>
      <vt:lpstr>Calibri Light</vt:lpstr>
      <vt:lpstr/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32343</cp:lastModifiedBy>
  <cp:revision>4</cp:revision>
  <dcterms:created xsi:type="dcterms:W3CDTF">2026-08-14T06:56:00Z</dcterms:created>
  <dcterms:modified xsi:type="dcterms:W3CDTF">2026-08-14T15:02:24Z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2052-...</vt:lpwstr>
  </property>
</Properties>
</file>